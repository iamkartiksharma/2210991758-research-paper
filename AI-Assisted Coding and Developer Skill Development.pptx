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58" r:id="rId5"/>
    <p:sldId id="259" r:id="rId6"/>
    <p:sldId id="270" r:id="rId7"/>
    <p:sldId id="271" r:id="rId8"/>
    <p:sldId id="260" r:id="rId9"/>
    <p:sldId id="269" r:id="rId10"/>
    <p:sldId id="264" r:id="rId11"/>
  </p:sldIdLst>
  <p:sldSz cx="9753600" cy="7315200"/>
  <p:notesSz cx="97536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TxnPD+aw2LrBypMl/CD7XQzv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651C2F-9EA3-448C-A0CF-DFBE7E488AD1}" v="64" dt="2026-05-19T04:42:19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797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 Sharma" userId="e86bb7535785d56c" providerId="LiveId" clId="{FDABA9A6-622E-4CCC-A01E-DA30052B6DC4}"/>
    <pc:docChg chg="undo custSel modSld">
      <pc:chgData name="Kartik Sharma" userId="e86bb7535785d56c" providerId="LiveId" clId="{FDABA9A6-622E-4CCC-A01E-DA30052B6DC4}" dt="2026-05-19T04:42:48.720" v="488" actId="20577"/>
      <pc:docMkLst>
        <pc:docMk/>
      </pc:docMkLst>
      <pc:sldChg chg="modSp mod">
        <pc:chgData name="Kartik Sharma" userId="e86bb7535785d56c" providerId="LiveId" clId="{FDABA9A6-622E-4CCC-A01E-DA30052B6DC4}" dt="2026-05-19T04:42:48.720" v="488" actId="20577"/>
        <pc:sldMkLst>
          <pc:docMk/>
          <pc:sldMk cId="0" sldId="256"/>
        </pc:sldMkLst>
        <pc:spChg chg="mod">
          <ac:chgData name="Kartik Sharma" userId="e86bb7535785d56c" providerId="LiveId" clId="{FDABA9A6-622E-4CCC-A01E-DA30052B6DC4}" dt="2026-05-19T04:12:44.955" v="117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Kartik Sharma" userId="e86bb7535785d56c" providerId="LiveId" clId="{FDABA9A6-622E-4CCC-A01E-DA30052B6DC4}" dt="2026-05-19T04:42:48.720" v="488" actId="20577"/>
          <ac:spMkLst>
            <pc:docMk/>
            <pc:sldMk cId="0" sldId="256"/>
            <ac:spMk id="52" creationId="{00000000-0000-0000-0000-000000000000}"/>
          </ac:spMkLst>
        </pc:spChg>
      </pc:sldChg>
      <pc:sldChg chg="addSp modSp mod">
        <pc:chgData name="Kartik Sharma" userId="e86bb7535785d56c" providerId="LiveId" clId="{FDABA9A6-622E-4CCC-A01E-DA30052B6DC4}" dt="2026-05-19T04:17:35.281" v="132"/>
        <pc:sldMkLst>
          <pc:docMk/>
          <pc:sldMk cId="0" sldId="257"/>
        </pc:sldMkLst>
        <pc:spChg chg="add">
          <ac:chgData name="Kartik Sharma" userId="e86bb7535785d56c" providerId="LiveId" clId="{FDABA9A6-622E-4CCC-A01E-DA30052B6DC4}" dt="2026-05-19T04:16:28.449" v="119"/>
          <ac:spMkLst>
            <pc:docMk/>
            <pc:sldMk cId="0" sldId="257"/>
            <ac:spMk id="2" creationId="{E88F1687-C5CD-EA11-AC1D-8515E44DD13E}"/>
          </ac:spMkLst>
        </pc:spChg>
        <pc:spChg chg="add">
          <ac:chgData name="Kartik Sharma" userId="e86bb7535785d56c" providerId="LiveId" clId="{FDABA9A6-622E-4CCC-A01E-DA30052B6DC4}" dt="2026-05-19T04:16:33.041" v="121"/>
          <ac:spMkLst>
            <pc:docMk/>
            <pc:sldMk cId="0" sldId="257"/>
            <ac:spMk id="3" creationId="{AE1A014E-3964-36D3-CBAA-BDE7655D0420}"/>
          </ac:spMkLst>
        </pc:spChg>
        <pc:spChg chg="mod">
          <ac:chgData name="Kartik Sharma" userId="e86bb7535785d56c" providerId="LiveId" clId="{FDABA9A6-622E-4CCC-A01E-DA30052B6DC4}" dt="2026-05-19T04:17:35.281" v="132"/>
          <ac:spMkLst>
            <pc:docMk/>
            <pc:sldMk cId="0" sldId="257"/>
            <ac:spMk id="15" creationId="{4B321C17-34A8-7E7D-0F5E-17BE034A4FE6}"/>
          </ac:spMkLst>
        </pc:spChg>
      </pc:sldChg>
      <pc:sldChg chg="addSp modSp mod">
        <pc:chgData name="Kartik Sharma" userId="e86bb7535785d56c" providerId="LiveId" clId="{FDABA9A6-622E-4CCC-A01E-DA30052B6DC4}" dt="2026-05-19T04:26:25.960" v="300" actId="20577"/>
        <pc:sldMkLst>
          <pc:docMk/>
          <pc:sldMk cId="0" sldId="258"/>
        </pc:sldMkLst>
        <pc:spChg chg="add">
          <ac:chgData name="Kartik Sharma" userId="e86bb7535785d56c" providerId="LiveId" clId="{FDABA9A6-622E-4CCC-A01E-DA30052B6DC4}" dt="2026-05-19T04:25:17.866" v="253"/>
          <ac:spMkLst>
            <pc:docMk/>
            <pc:sldMk cId="0" sldId="258"/>
            <ac:spMk id="2" creationId="{0939D1FB-84B0-435C-D811-7638F3610177}"/>
          </ac:spMkLst>
        </pc:spChg>
        <pc:spChg chg="add">
          <ac:chgData name="Kartik Sharma" userId="e86bb7535785d56c" providerId="LiveId" clId="{FDABA9A6-622E-4CCC-A01E-DA30052B6DC4}" dt="2026-05-19T04:25:22.487" v="255"/>
          <ac:spMkLst>
            <pc:docMk/>
            <pc:sldMk cId="0" sldId="258"/>
            <ac:spMk id="3" creationId="{A1507281-7A1A-D93E-A7F1-9FA795B6958B}"/>
          </ac:spMkLst>
        </pc:spChg>
        <pc:spChg chg="add">
          <ac:chgData name="Kartik Sharma" userId="e86bb7535785d56c" providerId="LiveId" clId="{FDABA9A6-622E-4CCC-A01E-DA30052B6DC4}" dt="2026-05-19T04:25:29.669" v="284"/>
          <ac:spMkLst>
            <pc:docMk/>
            <pc:sldMk cId="0" sldId="258"/>
            <ac:spMk id="4" creationId="{10D83D90-C7E6-39ED-056A-A5CC0649F2F1}"/>
          </ac:spMkLst>
        </pc:spChg>
        <pc:spChg chg="mod">
          <ac:chgData name="Kartik Sharma" userId="e86bb7535785d56c" providerId="LiveId" clId="{FDABA9A6-622E-4CCC-A01E-DA30052B6DC4}" dt="2026-05-19T04:26:25.960" v="300" actId="20577"/>
          <ac:spMkLst>
            <pc:docMk/>
            <pc:sldMk cId="0" sldId="258"/>
            <ac:spMk id="5" creationId="{B6EBC627-19E8-79E5-0AE3-60F3ACF7DE90}"/>
          </ac:spMkLst>
        </pc:spChg>
      </pc:sldChg>
      <pc:sldChg chg="modSp mod">
        <pc:chgData name="Kartik Sharma" userId="e86bb7535785d56c" providerId="LiveId" clId="{FDABA9A6-622E-4CCC-A01E-DA30052B6DC4}" dt="2026-05-19T04:31:15.335" v="366" actId="20577"/>
        <pc:sldMkLst>
          <pc:docMk/>
          <pc:sldMk cId="0" sldId="259"/>
        </pc:sldMkLst>
        <pc:spChg chg="mod">
          <ac:chgData name="Kartik Sharma" userId="e86bb7535785d56c" providerId="LiveId" clId="{FDABA9A6-622E-4CCC-A01E-DA30052B6DC4}" dt="2026-05-19T04:27:49.304" v="306" actId="20577"/>
          <ac:spMkLst>
            <pc:docMk/>
            <pc:sldMk cId="0" sldId="259"/>
            <ac:spMk id="2" creationId="{6BE03F6E-540F-1071-8C0A-6EC1B0E3EE5A}"/>
          </ac:spMkLst>
        </pc:spChg>
        <pc:spChg chg="mod">
          <ac:chgData name="Kartik Sharma" userId="e86bb7535785d56c" providerId="LiveId" clId="{FDABA9A6-622E-4CCC-A01E-DA30052B6DC4}" dt="2026-05-19T04:31:15.335" v="366" actId="20577"/>
          <ac:spMkLst>
            <pc:docMk/>
            <pc:sldMk cId="0" sldId="259"/>
            <ac:spMk id="11" creationId="{1D24BEFD-D9F7-342D-79FF-EFF9F785CCA7}"/>
          </ac:spMkLst>
        </pc:spChg>
        <pc:spChg chg="mod">
          <ac:chgData name="Kartik Sharma" userId="e86bb7535785d56c" providerId="LiveId" clId="{FDABA9A6-622E-4CCC-A01E-DA30052B6DC4}" dt="2026-05-19T04:28:12.380" v="308" actId="1076"/>
          <ac:spMkLst>
            <pc:docMk/>
            <pc:sldMk cId="0" sldId="259"/>
            <ac:spMk id="73" creationId="{00000000-0000-0000-0000-000000000000}"/>
          </ac:spMkLst>
        </pc:spChg>
      </pc:sldChg>
      <pc:sldChg chg="addSp delSp modSp mod">
        <pc:chgData name="Kartik Sharma" userId="e86bb7535785d56c" providerId="LiveId" clId="{FDABA9A6-622E-4CCC-A01E-DA30052B6DC4}" dt="2026-05-19T04:39:38.807" v="424" actId="20577"/>
        <pc:sldMkLst>
          <pc:docMk/>
          <pc:sldMk cId="0" sldId="260"/>
        </pc:sldMkLst>
        <pc:spChg chg="add mod">
          <ac:chgData name="Kartik Sharma" userId="e86bb7535785d56c" providerId="LiveId" clId="{FDABA9A6-622E-4CCC-A01E-DA30052B6DC4}" dt="2026-05-19T04:39:38.807" v="424" actId="20577"/>
          <ac:spMkLst>
            <pc:docMk/>
            <pc:sldMk cId="0" sldId="260"/>
            <ac:spMk id="3" creationId="{6A1A00E3-C463-B3CE-9496-7655E0837E09}"/>
          </ac:spMkLst>
        </pc:spChg>
        <pc:spChg chg="add del mod">
          <ac:chgData name="Kartik Sharma" userId="e86bb7535785d56c" providerId="LiveId" clId="{FDABA9A6-622E-4CCC-A01E-DA30052B6DC4}" dt="2026-05-19T04:38:38.846" v="414"/>
          <ac:spMkLst>
            <pc:docMk/>
            <pc:sldMk cId="0" sldId="260"/>
            <ac:spMk id="4" creationId="{44500CB0-831F-F40B-4BE0-0B6E5E4B7E32}"/>
          </ac:spMkLst>
        </pc:spChg>
        <pc:graphicFrameChg chg="add mod modGraphic">
          <ac:chgData name="Kartik Sharma" userId="e86bb7535785d56c" providerId="LiveId" clId="{FDABA9A6-622E-4CCC-A01E-DA30052B6DC4}" dt="2026-05-19T04:39:25.132" v="423"/>
          <ac:graphicFrameMkLst>
            <pc:docMk/>
            <pc:sldMk cId="0" sldId="260"/>
            <ac:graphicFrameMk id="2" creationId="{BD955517-E996-BDC3-D284-5C1E2E116846}"/>
          </ac:graphicFrameMkLst>
        </pc:graphicFrameChg>
      </pc:sldChg>
      <pc:sldChg chg="addSp delSp modSp mod">
        <pc:chgData name="Kartik Sharma" userId="e86bb7535785d56c" providerId="LiveId" clId="{FDABA9A6-622E-4CCC-A01E-DA30052B6DC4}" dt="2026-05-19T04:20:16.399" v="249"/>
        <pc:sldMkLst>
          <pc:docMk/>
          <pc:sldMk cId="1889464177" sldId="268"/>
        </pc:sldMkLst>
        <pc:spChg chg="add">
          <ac:chgData name="Kartik Sharma" userId="e86bb7535785d56c" providerId="LiveId" clId="{FDABA9A6-622E-4CCC-A01E-DA30052B6DC4}" dt="2026-05-19T04:18:24.368" v="138"/>
          <ac:spMkLst>
            <pc:docMk/>
            <pc:sldMk cId="1889464177" sldId="268"/>
            <ac:spMk id="4" creationId="{1757F7C6-A5ED-6504-9880-748A3A0F7856}"/>
          </ac:spMkLst>
        </pc:spChg>
        <pc:spChg chg="add del mod">
          <ac:chgData name="Kartik Sharma" userId="e86bb7535785d56c" providerId="LiveId" clId="{FDABA9A6-622E-4CCC-A01E-DA30052B6DC4}" dt="2026-05-19T04:20:16.399" v="249"/>
          <ac:spMkLst>
            <pc:docMk/>
            <pc:sldMk cId="1889464177" sldId="268"/>
            <ac:spMk id="5" creationId="{E1058BC7-E6BF-747B-853B-67619E7E9606}"/>
          </ac:spMkLst>
        </pc:spChg>
        <pc:spChg chg="add mod">
          <ac:chgData name="Kartik Sharma" userId="e86bb7535785d56c" providerId="LiveId" clId="{FDABA9A6-622E-4CCC-A01E-DA30052B6DC4}" dt="2026-05-19T04:18:29.336" v="140"/>
          <ac:spMkLst>
            <pc:docMk/>
            <pc:sldMk cId="1889464177" sldId="268"/>
            <ac:spMk id="6" creationId="{4C566F1E-25EF-69A6-B462-726502A337B6}"/>
          </ac:spMkLst>
        </pc:spChg>
        <pc:spChg chg="add">
          <ac:chgData name="Kartik Sharma" userId="e86bb7535785d56c" providerId="LiveId" clId="{FDABA9A6-622E-4CCC-A01E-DA30052B6DC4}" dt="2026-05-19T04:18:51.628" v="201"/>
          <ac:spMkLst>
            <pc:docMk/>
            <pc:sldMk cId="1889464177" sldId="268"/>
            <ac:spMk id="7" creationId="{2189C1DB-A188-D395-3AC5-AE98E6C531EE}"/>
          </ac:spMkLst>
        </pc:spChg>
      </pc:sldChg>
      <pc:sldChg chg="addSp modSp mod">
        <pc:chgData name="Kartik Sharma" userId="e86bb7535785d56c" providerId="LiveId" clId="{FDABA9A6-622E-4CCC-A01E-DA30052B6DC4}" dt="2026-05-19T04:42:19.189" v="484"/>
        <pc:sldMkLst>
          <pc:docMk/>
          <pc:sldMk cId="1403858061" sldId="269"/>
        </pc:sldMkLst>
        <pc:spChg chg="add">
          <ac:chgData name="Kartik Sharma" userId="e86bb7535785d56c" providerId="LiveId" clId="{FDABA9A6-622E-4CCC-A01E-DA30052B6DC4}" dt="2026-05-19T04:40:04.796" v="426"/>
          <ac:spMkLst>
            <pc:docMk/>
            <pc:sldMk cId="1403858061" sldId="269"/>
            <ac:spMk id="3" creationId="{D0E247FB-5F16-089D-6656-D4C96B4FAFD5}"/>
          </ac:spMkLst>
        </pc:spChg>
        <pc:spChg chg="mod">
          <ac:chgData name="Kartik Sharma" userId="e86bb7535785d56c" providerId="LiveId" clId="{FDABA9A6-622E-4CCC-A01E-DA30052B6DC4}" dt="2026-05-19T04:42:19.189" v="484"/>
          <ac:spMkLst>
            <pc:docMk/>
            <pc:sldMk cId="1403858061" sldId="269"/>
            <ac:spMk id="4" creationId="{0DA599E7-8D0B-AF58-9464-F8F756577B12}"/>
          </ac:spMkLst>
        </pc:spChg>
        <pc:spChg chg="add">
          <ac:chgData name="Kartik Sharma" userId="e86bb7535785d56c" providerId="LiveId" clId="{FDABA9A6-622E-4CCC-A01E-DA30052B6DC4}" dt="2026-05-19T04:40:16.236" v="431"/>
          <ac:spMkLst>
            <pc:docMk/>
            <pc:sldMk cId="1403858061" sldId="269"/>
            <ac:spMk id="5" creationId="{96587BA9-2DFC-7349-206E-8D29CF237B39}"/>
          </ac:spMkLst>
        </pc:spChg>
        <pc:spChg chg="add">
          <ac:chgData name="Kartik Sharma" userId="e86bb7535785d56c" providerId="LiveId" clId="{FDABA9A6-622E-4CCC-A01E-DA30052B6DC4}" dt="2026-05-19T04:40:30.290" v="434"/>
          <ac:spMkLst>
            <pc:docMk/>
            <pc:sldMk cId="1403858061" sldId="269"/>
            <ac:spMk id="6" creationId="{A90E243D-52F4-C203-B117-EB6C922CDB7F}"/>
          </ac:spMkLst>
        </pc:spChg>
      </pc:sldChg>
      <pc:sldChg chg="addSp delSp modSp mod">
        <pc:chgData name="Kartik Sharma" userId="e86bb7535785d56c" providerId="LiveId" clId="{FDABA9A6-622E-4CCC-A01E-DA30052B6DC4}" dt="2026-05-19T04:35:47.917" v="394" actId="113"/>
        <pc:sldMkLst>
          <pc:docMk/>
          <pc:sldMk cId="3603586171" sldId="270"/>
        </pc:sldMkLst>
        <pc:spChg chg="mod">
          <ac:chgData name="Kartik Sharma" userId="e86bb7535785d56c" providerId="LiveId" clId="{FDABA9A6-622E-4CCC-A01E-DA30052B6DC4}" dt="2026-05-19T04:35:47.917" v="394" actId="113"/>
          <ac:spMkLst>
            <pc:docMk/>
            <pc:sldMk cId="3603586171" sldId="270"/>
            <ac:spMk id="72" creationId="{00000000-0000-0000-0000-000000000000}"/>
          </ac:spMkLst>
        </pc:spChg>
        <pc:picChg chg="add mod modCrop">
          <ac:chgData name="Kartik Sharma" userId="e86bb7535785d56c" providerId="LiveId" clId="{FDABA9A6-622E-4CCC-A01E-DA30052B6DC4}" dt="2026-05-19T04:35:16.143" v="374" actId="14100"/>
          <ac:picMkLst>
            <pc:docMk/>
            <pc:sldMk cId="3603586171" sldId="270"/>
            <ac:picMk id="3" creationId="{A3F53286-E50F-932C-26F8-35630C37025E}"/>
          </ac:picMkLst>
        </pc:picChg>
        <pc:picChg chg="del mod">
          <ac:chgData name="Kartik Sharma" userId="e86bb7535785d56c" providerId="LiveId" clId="{FDABA9A6-622E-4CCC-A01E-DA30052B6DC4}" dt="2026-05-19T04:32:31.880" v="367" actId="478"/>
          <ac:picMkLst>
            <pc:docMk/>
            <pc:sldMk cId="3603586171" sldId="270"/>
            <ac:picMk id="4" creationId="{295333F8-5E4C-2471-4F5D-F56FA1FC764E}"/>
          </ac:picMkLst>
        </pc:picChg>
      </pc:sldChg>
      <pc:sldChg chg="addSp delSp modSp mod">
        <pc:chgData name="Kartik Sharma" userId="e86bb7535785d56c" providerId="LiveId" clId="{FDABA9A6-622E-4CCC-A01E-DA30052B6DC4}" dt="2026-05-19T04:37:33.153" v="402" actId="14100"/>
        <pc:sldMkLst>
          <pc:docMk/>
          <pc:sldMk cId="2306860998" sldId="271"/>
        </pc:sldMkLst>
        <pc:spChg chg="mod">
          <ac:chgData name="Kartik Sharma" userId="e86bb7535785d56c" providerId="LiveId" clId="{FDABA9A6-622E-4CCC-A01E-DA30052B6DC4}" dt="2026-05-19T04:36:56.810" v="396" actId="113"/>
          <ac:spMkLst>
            <pc:docMk/>
            <pc:sldMk cId="2306860998" sldId="271"/>
            <ac:spMk id="72" creationId="{00000000-0000-0000-0000-000000000000}"/>
          </ac:spMkLst>
        </pc:spChg>
        <pc:picChg chg="del">
          <ac:chgData name="Kartik Sharma" userId="e86bb7535785d56c" providerId="LiveId" clId="{FDABA9A6-622E-4CCC-A01E-DA30052B6DC4}" dt="2026-05-19T04:37:00.746" v="397" actId="478"/>
          <ac:picMkLst>
            <pc:docMk/>
            <pc:sldMk cId="2306860998" sldId="271"/>
            <ac:picMk id="3" creationId="{1206A455-63E4-84D2-42B1-9990203FFA23}"/>
          </ac:picMkLst>
        </pc:picChg>
        <pc:picChg chg="add mod modCrop">
          <ac:chgData name="Kartik Sharma" userId="e86bb7535785d56c" providerId="LiveId" clId="{FDABA9A6-622E-4CCC-A01E-DA30052B6DC4}" dt="2026-05-19T04:37:33.153" v="402" actId="14100"/>
          <ac:picMkLst>
            <pc:docMk/>
            <pc:sldMk cId="2306860998" sldId="271"/>
            <ac:picMk id="4" creationId="{1B6F0F61-C2F9-FEA9-A72D-89B48B7D88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572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040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9ac01966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9ac019662_0_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3000" cy="3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 extrusionOk="0">
                <a:moveTo>
                  <a:pt x="9752456" y="893567"/>
                </a:moveTo>
                <a:lnTo>
                  <a:pt x="0" y="893567"/>
                </a:lnTo>
                <a:lnTo>
                  <a:pt x="0" y="0"/>
                </a:lnTo>
                <a:lnTo>
                  <a:pt x="9752456" y="0"/>
                </a:lnTo>
                <a:lnTo>
                  <a:pt x="9752456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0" y="7151615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 extrusionOk="0">
                <a:moveTo>
                  <a:pt x="9753218" y="163584"/>
                </a:moveTo>
                <a:lnTo>
                  <a:pt x="0" y="163584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/>
          <p:nvPr/>
        </p:nvSpPr>
        <p:spPr>
          <a:xfrm>
            <a:off x="6556416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 extrusionOk="0">
                <a:moveTo>
                  <a:pt x="3197297" y="893567"/>
                </a:moveTo>
                <a:lnTo>
                  <a:pt x="0" y="893567"/>
                </a:lnTo>
                <a:lnTo>
                  <a:pt x="0" y="0"/>
                </a:lnTo>
                <a:lnTo>
                  <a:pt x="3197297" y="0"/>
                </a:lnTo>
                <a:lnTo>
                  <a:pt x="3197297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>
            <a:off x="6963071" y="203136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 extrusionOk="0">
                <a:moveTo>
                  <a:pt x="2213399" y="731135"/>
                </a:moveTo>
                <a:lnTo>
                  <a:pt x="0" y="731135"/>
                </a:lnTo>
                <a:lnTo>
                  <a:pt x="0" y="0"/>
                </a:lnTo>
                <a:lnTo>
                  <a:pt x="2213399" y="0"/>
                </a:lnTo>
                <a:lnTo>
                  <a:pt x="2213399" y="731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267855" y="1152575"/>
            <a:ext cx="9033163" cy="3363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Coding and Developer Skill Development</a:t>
            </a:r>
            <a:endParaRPr lang="en-US" sz="48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/>
            <a:endParaRPr lang="en-IN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Supervised By 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734945" marR="2727325" lvl="0" algn="ctr">
              <a:lnSpc>
                <a:spcPct val="101200"/>
              </a:lnSpc>
              <a:spcBef>
                <a:spcPts val="5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Preeti Saini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324927" y="5542364"/>
            <a:ext cx="7103745" cy="95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631950" marR="5080" lvl="0" indent="-1619885" algn="ctr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68303" y="3009672"/>
            <a:ext cx="32015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Kartik Sharma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(2210991758)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44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Introduction</a:t>
            </a:r>
            <a:endParaRPr dirty="0"/>
          </a:p>
        </p:txBody>
      </p:sp>
      <p:sp>
        <p:nvSpPr>
          <p:cNvPr id="59" name="Google Shape;59;p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21C17-34A8-7E7D-0F5E-17BE034A4FE6}"/>
              </a:ext>
            </a:extLst>
          </p:cNvPr>
          <p:cNvSpPr txBox="1"/>
          <p:nvPr/>
        </p:nvSpPr>
        <p:spPr>
          <a:xfrm>
            <a:off x="291969" y="1517650"/>
            <a:ext cx="87428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Artificial Intelligence (AI) is revolutionizing modern software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AI-assisted coding tools help developers generate, debug, and optimize code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Platforms like ChatGPT and GitHub Copilot are widely used for coding assistance.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AI improves productivity, reduces repetitive tasks, and accelerates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research explores the impact of AI-assisted coding on developer skill development and software engineering practices.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78E9-AC64-C38C-6C8E-E3FC4CAF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9" y="109377"/>
            <a:ext cx="5372640" cy="430887"/>
          </a:xfrm>
        </p:spPr>
        <p:txBody>
          <a:bodyPr/>
          <a:lstStyle/>
          <a:p>
            <a:r>
              <a:rPr lang="en-US" sz="3600" dirty="0"/>
              <a:t>Objective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3CAB3E-6D9C-CE40-D62E-8F69241475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8295" y="2071089"/>
            <a:ext cx="74145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9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9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9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9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58BC7-E6BF-747B-853B-67619E7E9606}"/>
              </a:ext>
            </a:extLst>
          </p:cNvPr>
          <p:cNvSpPr txBox="1"/>
          <p:nvPr/>
        </p:nvSpPr>
        <p:spPr>
          <a:xfrm>
            <a:off x="387350" y="1600200"/>
            <a:ext cx="88963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Analyze the role of AI in software development</a:t>
            </a:r>
            <a:r>
              <a:rPr lang="en-IN" sz="19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Study the impact of AI-assisted </a:t>
            </a:r>
            <a:r>
              <a:rPr lang="en-IN" sz="2000" dirty="0"/>
              <a:t>coding on developer productivity.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Evaluate how AI tools support learning and debugging.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Identify the advantages and limitations of AI-assisted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Understand the future scope of AI in programming and software engineering.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88946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69573" y="-10601"/>
            <a:ext cx="5361155" cy="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Problem Statement</a:t>
            </a:r>
            <a:endParaRPr sz="3600" dirty="0"/>
          </a:p>
        </p:txBody>
      </p:sp>
      <p:sp>
        <p:nvSpPr>
          <p:cNvPr id="66" name="Google Shape;66;p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BC627-19E8-79E5-0AE3-60F3ACF7DE90}"/>
              </a:ext>
            </a:extLst>
          </p:cNvPr>
          <p:cNvSpPr txBox="1"/>
          <p:nvPr/>
        </p:nvSpPr>
        <p:spPr>
          <a:xfrm>
            <a:off x="349250" y="1276351"/>
            <a:ext cx="832485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Developers spend significant time on repetitive coding and debugging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AI coding assistants accelerate development but may reduce analytical thinking and conceptual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Overdependence on AI-generated code can affect software maintainability and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Existing studies focus mainly on productivity while ignoring long-term skill development and dependency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There is a need for a balanced evaluation of productivity, dependency, and software quality in AI-assisted development.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Methodology</a:t>
            </a:r>
            <a:endParaRPr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66998" y="1101795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4BEFD-D9F7-342D-79FF-EFF9F785CCA7}"/>
              </a:ext>
            </a:extLst>
          </p:cNvPr>
          <p:cNvSpPr txBox="1"/>
          <p:nvPr/>
        </p:nvSpPr>
        <p:spPr>
          <a:xfrm>
            <a:off x="199697" y="1101796"/>
            <a:ext cx="8584380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Research Design</a:t>
            </a:r>
          </a:p>
          <a:p>
            <a:r>
              <a:rPr lang="en-US" sz="1800" dirty="0"/>
              <a:t>- Conducted a controlled experimental study with AI-assisted and control groups. </a:t>
            </a:r>
          </a:p>
          <a:p>
            <a:r>
              <a:rPr lang="en-US" sz="1800" dirty="0"/>
              <a:t>- AI-assisted group used GitHub Copilot and AI tools during development tasks. </a:t>
            </a:r>
          </a:p>
          <a:p>
            <a:r>
              <a:rPr lang="en-US" sz="1800" dirty="0"/>
              <a:t>- Control group performed manual coding without AI assistance.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/>
              <a:t>Evaluation Parameters</a:t>
            </a:r>
          </a:p>
          <a:p>
            <a:r>
              <a:rPr lang="en-US" sz="1800" dirty="0"/>
              <a:t>- Task completion time </a:t>
            </a:r>
          </a:p>
          <a:p>
            <a:r>
              <a:rPr lang="en-US" sz="1800" dirty="0"/>
              <a:t>- Cyclomatic complexity </a:t>
            </a:r>
          </a:p>
          <a:p>
            <a:r>
              <a:rPr lang="en-US" sz="1800" dirty="0"/>
              <a:t>- Developer Dependency Score (DDS)</a:t>
            </a:r>
          </a:p>
          <a:p>
            <a:pPr marL="285750" indent="-285750">
              <a:buFontTx/>
              <a:buChar char="-"/>
            </a:pPr>
            <a:endParaRPr lang="en-US" sz="1800" dirty="0"/>
          </a:p>
          <a:p>
            <a:r>
              <a:rPr lang="en-IN" sz="1800" b="1" dirty="0"/>
              <a:t>Experimental Process</a:t>
            </a:r>
          </a:p>
          <a:p>
            <a:r>
              <a:rPr lang="en-IN" sz="1800" dirty="0"/>
              <a:t>- Participant recruitment </a:t>
            </a:r>
          </a:p>
          <a:p>
            <a:r>
              <a:rPr lang="en-IN" sz="1800" dirty="0"/>
              <a:t>- Task execution </a:t>
            </a:r>
          </a:p>
          <a:p>
            <a:r>
              <a:rPr lang="en-IN" sz="1800" dirty="0"/>
              <a:t>- Data collection </a:t>
            </a:r>
          </a:p>
          <a:p>
            <a:r>
              <a:rPr lang="en-IN" sz="1800" dirty="0"/>
              <a:t>- Code quality analysis </a:t>
            </a:r>
          </a:p>
          <a:p>
            <a:endParaRPr lang="en-IN" sz="1800" dirty="0"/>
          </a:p>
          <a:p>
            <a:r>
              <a:rPr lang="en-IN" sz="1800" b="1" dirty="0"/>
              <a:t>Technologies Used</a:t>
            </a:r>
          </a:p>
          <a:p>
            <a:r>
              <a:rPr lang="en-IN" sz="1800" dirty="0"/>
              <a:t>GitHub Copilot </a:t>
            </a:r>
          </a:p>
          <a:p>
            <a:r>
              <a:rPr lang="en-IN" sz="1800" dirty="0"/>
              <a:t>ChatGPT </a:t>
            </a:r>
          </a:p>
          <a:p>
            <a:r>
              <a:rPr lang="en-IN" sz="1800" dirty="0"/>
              <a:t>Visual Studio Code </a:t>
            </a:r>
          </a:p>
          <a:p>
            <a:r>
              <a:rPr lang="en-IN" sz="1800" dirty="0"/>
              <a:t>Python &amp; JavaScript </a:t>
            </a:r>
          </a:p>
          <a:p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E03F6E-540F-1071-8C0A-6EC1B0E3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57" y="3732635"/>
            <a:ext cx="8129383" cy="38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52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/>
            <a:r>
              <a:rPr lang="en-IN" sz="2400" b="1" dirty="0"/>
              <a:t>Productivity Comparison</a:t>
            </a:r>
            <a:endParaRPr sz="2400" b="1"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4BEFD-D9F7-342D-79FF-EFF9F785CCA7}"/>
              </a:ext>
            </a:extLst>
          </p:cNvPr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53286-E50F-932C-26F8-35630C3702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18" r="1685"/>
          <a:stretch>
            <a:fillRect/>
          </a:stretch>
        </p:blipFill>
        <p:spPr>
          <a:xfrm>
            <a:off x="1090531" y="1458779"/>
            <a:ext cx="7693546" cy="439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8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7328284" cy="52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/>
            <a:r>
              <a:rPr lang="en-IN" sz="2400" b="1" dirty="0"/>
              <a:t>Code Quality Comparison</a:t>
            </a:r>
            <a:endParaRPr sz="2400" b="1"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4BEFD-D9F7-342D-79FF-EFF9F785CCA7}"/>
              </a:ext>
            </a:extLst>
          </p:cNvPr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F0F61-C2F9-FEA9-A72D-89B48B7D8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27" r="1728"/>
          <a:stretch>
            <a:fillRect/>
          </a:stretch>
        </p:blipFill>
        <p:spPr>
          <a:xfrm>
            <a:off x="1218883" y="1604557"/>
            <a:ext cx="7693889" cy="469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60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9ac019662_0_1"/>
          <p:cNvSpPr txBox="1">
            <a:spLocks noGrp="1"/>
          </p:cNvSpPr>
          <p:nvPr>
            <p:ph type="title"/>
          </p:nvPr>
        </p:nvSpPr>
        <p:spPr>
          <a:xfrm>
            <a:off x="99392" y="181802"/>
            <a:ext cx="6156996" cy="5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&amp; Discussion</a:t>
            </a:r>
            <a:endParaRPr dirty="0"/>
          </a:p>
        </p:txBody>
      </p:sp>
      <p:sp>
        <p:nvSpPr>
          <p:cNvPr id="80" name="Google Shape;80;g319ac019662_0_1"/>
          <p:cNvSpPr txBox="1">
            <a:spLocks noGrp="1"/>
          </p:cNvSpPr>
          <p:nvPr>
            <p:ph type="body" idx="1"/>
          </p:nvPr>
        </p:nvSpPr>
        <p:spPr>
          <a:xfrm flipH="1">
            <a:off x="9605818" y="7269481"/>
            <a:ext cx="1098332" cy="4571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955517-E996-BDC3-D284-5C1E2E116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685558"/>
              </p:ext>
            </p:extLst>
          </p:nvPr>
        </p:nvGraphicFramePr>
        <p:xfrm>
          <a:off x="428625" y="3941379"/>
          <a:ext cx="9177192" cy="2531100"/>
        </p:xfrm>
        <a:graphic>
          <a:graphicData uri="http://schemas.openxmlformats.org/drawingml/2006/table">
            <a:tbl>
              <a:tblPr/>
              <a:tblGrid>
                <a:gridCol w="3059064">
                  <a:extLst>
                    <a:ext uri="{9D8B030D-6E8A-4147-A177-3AD203B41FA5}">
                      <a16:colId xmlns:a16="http://schemas.microsoft.com/office/drawing/2014/main" val="944874973"/>
                    </a:ext>
                  </a:extLst>
                </a:gridCol>
                <a:gridCol w="3059064">
                  <a:extLst>
                    <a:ext uri="{9D8B030D-6E8A-4147-A177-3AD203B41FA5}">
                      <a16:colId xmlns:a16="http://schemas.microsoft.com/office/drawing/2014/main" val="3237238239"/>
                    </a:ext>
                  </a:extLst>
                </a:gridCol>
                <a:gridCol w="3059064">
                  <a:extLst>
                    <a:ext uri="{9D8B030D-6E8A-4147-A177-3AD203B41FA5}">
                      <a16:colId xmlns:a16="http://schemas.microsoft.com/office/drawing/2014/main" val="3231609935"/>
                    </a:ext>
                  </a:extLst>
                </a:gridCol>
              </a:tblGrid>
              <a:tr h="396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Comparative Analysis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AI-Assisted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879234"/>
                  </a:ext>
                </a:extLst>
              </a:tr>
              <a:tr h="39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57490"/>
                  </a:ext>
                </a:extLst>
              </a:tr>
              <a:tr h="39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 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496662"/>
                  </a:ext>
                </a:extLst>
              </a:tr>
              <a:tr h="39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Bug Density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630113"/>
                  </a:ext>
                </a:extLst>
              </a:tr>
              <a:tr h="39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4107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A1A00E3-C463-B3CE-9496-7655E0837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165050"/>
            <a:ext cx="917719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AI-assisted developers completed tasks 35–50% faster than manual developers.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Junior developers showed higher dependency on AI tools compared to senior developers.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AI-generated code exhibited: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cyclomatic complexity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bug density 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maintainability index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2F8F-47D9-0DC1-143F-DD694A2F8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109377"/>
            <a:ext cx="5084405" cy="52322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A599E7-8D0B-AF58-9464-F8F75657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779" y="1228382"/>
            <a:ext cx="8912773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dirty="0"/>
              <a:t>- AI-assisted coding is reshaping modern software engineering practices.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dirty="0"/>
              <a:t>- AI tools provide substantial productivity and workflow improvements.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dirty="0"/>
              <a:t>- Increased dependency on AI can negatively impact conceptual understanding and software quality.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dirty="0"/>
              <a:t>- AI should function as a collaborative assistant rather than a replacement for developers.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dirty="0"/>
              <a:t>- Responsible AI integration requires balancing automation with strong programming fundamentals.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/>
              <a:t>Future research should focus on long-term dependency analysis and sustainable AI-assisted learning models.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858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3137882" y="2901732"/>
            <a:ext cx="3644900" cy="355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/>
              <a:t>Thank You</a:t>
            </a:r>
            <a:br>
              <a:rPr lang="en-US" sz="5750"/>
            </a:br>
            <a:br>
              <a:rPr lang="en-US" sz="5750"/>
            </a:br>
            <a:br>
              <a:rPr lang="en-US" sz="5750"/>
            </a:br>
            <a:endParaRPr sz="5750"/>
          </a:p>
        </p:txBody>
      </p:sp>
      <p:sp>
        <p:nvSpPr>
          <p:cNvPr id="106" name="Google Shape;106;p7"/>
          <p:cNvSpPr txBox="1"/>
          <p:nvPr/>
        </p:nvSpPr>
        <p:spPr>
          <a:xfrm>
            <a:off x="9074494" y="6801811"/>
            <a:ext cx="112395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yritsolution</Template>
  <TotalTime>116</TotalTime>
  <Words>453</Words>
  <Application>Microsoft Office PowerPoint</Application>
  <PresentationFormat>Custom</PresentationFormat>
  <Paragraphs>99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Trebuchet MS</vt:lpstr>
      <vt:lpstr>Office Theme</vt:lpstr>
      <vt:lpstr>PowerPoint Presentation</vt:lpstr>
      <vt:lpstr>Introduction</vt:lpstr>
      <vt:lpstr>Objective</vt:lpstr>
      <vt:lpstr>Problem Statement</vt:lpstr>
      <vt:lpstr>Methodology</vt:lpstr>
      <vt:lpstr>Productivity Comparison</vt:lpstr>
      <vt:lpstr>Code Quality Comparison</vt:lpstr>
      <vt:lpstr>Results &amp; Discussion</vt:lpstr>
      <vt:lpstr>Conclusion</vt:lpstr>
      <vt:lpstr>Thank You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nakul JAIN</dc:creator>
  <cp:lastModifiedBy>Kartik Sharma</cp:lastModifiedBy>
  <cp:revision>10</cp:revision>
  <dcterms:created xsi:type="dcterms:W3CDTF">2026-03-24T19:17:42Z</dcterms:created>
  <dcterms:modified xsi:type="dcterms:W3CDTF">2026-05-19T04:42:54Z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2024-10-02T00:00:00Z</vt:filetime>
  </property>
  <property fmtid="{D5CDD505-2E9C-101B-9397-08002B2CF9AE}" pid="5" name="Producer">
    <vt:lpwstr>Canva</vt:lpwstr>
  </property>
</Properties>
</file>